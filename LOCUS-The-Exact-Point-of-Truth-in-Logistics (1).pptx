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Raleway" pitchFamily="2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44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86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391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LOCUS: The Exact Point of Truth in Logistics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823022" y="2237705"/>
            <a:ext cx="2392635" cy="1766590"/>
          </a:xfrm>
          <a:prstGeom prst="roundRect">
            <a:avLst>
              <a:gd name="adj" fmla="val 577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964781" y="2379464"/>
            <a:ext cx="21091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64781" y="2742679"/>
            <a:ext cx="21091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Intra-city logistics is a chaotic "black box" of delays, damaged goods, and delivery disputes.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64201" y="2379464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64201" y="2742679"/>
            <a:ext cx="21884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LOCUS is a zero-trust logistics OS. We use AI vision, smart hub networks, and tamper-proof tech to guarantee transparent, fast, and verified deliveries.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5139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Black Box of Ground Logistics</a:t>
            </a:r>
            <a:endParaRPr lang="en-US" sz="2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372642"/>
            <a:ext cx="4722763" cy="7566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24995" y="1515368"/>
            <a:ext cx="4380161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🕳️</a:t>
            </a: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Transit Black Hole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124995" y="1790626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Parcels get misrouted or stuck in city traffic.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245668"/>
            <a:ext cx="4722763" cy="7566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4995" y="2388394"/>
            <a:ext cx="4380161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🚪</a:t>
            </a: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Couch Delivery Fraud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124995" y="2663651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fake delivery attempts without visiting the address.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118693"/>
            <a:ext cx="4722763" cy="7566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24995" y="3261420"/>
            <a:ext cx="4380161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💥</a:t>
            </a: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Damage Disputes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124995" y="3536677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Merchants absorb losses due to lack of proof.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991719"/>
            <a:ext cx="4722763" cy="7566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24995" y="4134445"/>
            <a:ext cx="4380161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📞</a:t>
            </a: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Support Friction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124995" y="4409703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Endless "Where is my order?" calls from angry buyers.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Intake to Doorstep in 4 Steps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1" y="1196541"/>
            <a:ext cx="3479828" cy="34798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7238" y="1579997"/>
            <a:ext cx="159469" cy="15946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3713803" y="1582229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82128" y="1593317"/>
            <a:ext cx="254577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Vision Intake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82128" y="1739466"/>
            <a:ext cx="254577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paper invoices in 3 seconds to auto-extract details.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87238" y="2240631"/>
            <a:ext cx="159469" cy="15946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13803" y="2253876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82128" y="2264964"/>
            <a:ext cx="254577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Expressway Network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882128" y="2411113"/>
            <a:ext cx="254577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Heavy shipments bypass city traffic via Outer Ring Roads.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34106" y="2884461"/>
            <a:ext cx="159469" cy="15946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4106" y="2870003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28996" y="2908794"/>
            <a:ext cx="254577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Routing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28996" y="3054943"/>
            <a:ext cx="254577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clusters last-mile stops for maximum efficiency.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10187" y="3605713"/>
            <a:ext cx="159469" cy="15946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02693" y="3652766"/>
            <a:ext cx="209879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05077" y="3630046"/>
            <a:ext cx="254577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Doorstep Verification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05077" y="3776195"/>
            <a:ext cx="254577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unlocks only at the exact GPS location with a customer OTP.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5694"/>
            <a:ext cx="4722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Zero-Trust Physics and Cryptography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496119" y="852264"/>
            <a:ext cx="4722763" cy="911349"/>
          </a:xfrm>
          <a:prstGeom prst="roundRect">
            <a:avLst>
              <a:gd name="adj" fmla="val 45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0521" y="956667"/>
            <a:ext cx="298996" cy="29899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749" y="1038895"/>
            <a:ext cx="134541" cy="1345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521" y="1325687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Anti-Clone Engine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00521" y="1523405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duplicate scans and impossible driver speeds.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96119" y="1833637"/>
            <a:ext cx="4722763" cy="911349"/>
          </a:xfrm>
          <a:prstGeom prst="roundRect">
            <a:avLst>
              <a:gd name="adj" fmla="val 45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00521" y="1938040"/>
            <a:ext cx="298996" cy="29899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749" y="2020267"/>
            <a:ext cx="134541" cy="1345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0521" y="2307059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Stowaway Self-Healing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00521" y="2504777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Auto-corrects mistakenly routed packages instantly.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96119" y="2815010"/>
            <a:ext cx="4722763" cy="911349"/>
          </a:xfrm>
          <a:prstGeom prst="roundRect">
            <a:avLst>
              <a:gd name="adj" fmla="val 45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00521" y="2919413"/>
            <a:ext cx="298996" cy="29899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749" y="3001640"/>
            <a:ext cx="134541" cy="13454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0521" y="3288432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Geofence Lock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00521" y="3486150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OTP only works within 100 meters of the customer's doorstep.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96119" y="3796382"/>
            <a:ext cx="4722763" cy="911349"/>
          </a:xfrm>
          <a:prstGeom prst="roundRect">
            <a:avLst>
              <a:gd name="adj" fmla="val 45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00521" y="3900785"/>
            <a:ext cx="298996" cy="29899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749" y="3983013"/>
            <a:ext cx="134541" cy="13454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0521" y="4269804"/>
            <a:ext cx="451395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Dead-Battery Handover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600521" y="4467523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a driver's phone dies, another device can instantly resume the exact route.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2333" y="44621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Visibility for Hub Managers &amp; Customers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45" y="1267074"/>
            <a:ext cx="3256308" cy="3256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5287" y="1459442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the Hub Manager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645287" y="1882929"/>
            <a:ext cx="2740670" cy="182463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command center with real-time tracking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alerts for highway delays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2822050"/>
            <a:ext cx="2740670" cy="9525"/>
          </a:xfrm>
          <a:prstGeom prst="roundRect">
            <a:avLst>
              <a:gd name="adj" fmla="val 50000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99473" y="3102508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the Customer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45287" y="3448297"/>
            <a:ext cx="2740670" cy="279871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tracking link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Pickup condition photos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VERIFIED GENUINE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security badge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3324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for B2B, Not Just Taxi Rides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3925119" y="1441103"/>
            <a:ext cx="4722763" cy="3298999"/>
          </a:xfrm>
          <a:prstGeom prst="roundRect">
            <a:avLst>
              <a:gd name="adj" fmla="val 172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1" y="1445865"/>
            <a:ext cx="4713238" cy="980703"/>
          </a:xfrm>
          <a:custGeom>
            <a:avLst/>
            <a:gdLst/>
            <a:ahLst/>
            <a:cxnLst/>
            <a:rect l="l" t="t" r="r" b="b"/>
            <a:pathLst>
              <a:path w="4713238" h="980703">
                <a:moveTo>
                  <a:pt x="47293" y="0"/>
                </a:moveTo>
                <a:lnTo>
                  <a:pt x="4665945" y="0"/>
                </a:lnTo>
                <a:arcTo wR="47293" hR="47293" stAng="16200000" swAng="5400000"/>
                <a:lnTo>
                  <a:pt x="4713238" y="980703"/>
                </a:lnTo>
                <a:lnTo>
                  <a:pt x="0" y="980703"/>
                </a:lnTo>
                <a:lnTo>
                  <a:pt x="0" y="47293"/>
                </a:lnTo>
                <a:arcTo wR="47293" hR="47293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4064943" y="1580927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Batch Intake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4943" y="1869281"/>
            <a:ext cx="444311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 over 15+ boxes in 3 minutes via AI camera — instead of booking 15 separate taxi rides.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29881" y="2426568"/>
            <a:ext cx="4713238" cy="769590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9" name="Shape 6"/>
          <p:cNvSpPr/>
          <p:nvPr/>
        </p:nvSpPr>
        <p:spPr>
          <a:xfrm>
            <a:off x="3929881" y="2426568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0" name="Text 7"/>
          <p:cNvSpPr/>
          <p:nvPr/>
        </p:nvSpPr>
        <p:spPr>
          <a:xfrm>
            <a:off x="4064943" y="2561630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🔒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Tamper-Proof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64943" y="2849984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photos + sealed bags eliminate dispute losses.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29881" y="3196158"/>
            <a:ext cx="4713238" cy="769590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9881" y="3196158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4" name="Text 11"/>
          <p:cNvSpPr/>
          <p:nvPr/>
        </p:nvSpPr>
        <p:spPr>
          <a:xfrm>
            <a:off x="4064943" y="3331220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📅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Surge Pricing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64943" y="3619574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Scheduled, predictable line-haul departures.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29881" y="3965749"/>
            <a:ext cx="4713238" cy="769590"/>
          </a:xfrm>
          <a:custGeom>
            <a:avLst/>
            <a:gdLst/>
            <a:ahLst/>
            <a:cxnLst/>
            <a:rect l="l" t="t" r="r" b="b"/>
            <a:pathLst>
              <a:path w="4713238" h="769590">
                <a:moveTo>
                  <a:pt x="0" y="0"/>
                </a:moveTo>
                <a:lnTo>
                  <a:pt x="4713238" y="0"/>
                </a:lnTo>
                <a:lnTo>
                  <a:pt x="4713238" y="722298"/>
                </a:lnTo>
                <a:arcTo wR="47293" hR="47293" stAng="0" swAng="5400000"/>
                <a:lnTo>
                  <a:pt x="47293" y="769590"/>
                </a:lnTo>
                <a:arcTo wR="47293" hR="47293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7" name="Shape 14"/>
          <p:cNvSpPr/>
          <p:nvPr/>
        </p:nvSpPr>
        <p:spPr>
          <a:xfrm>
            <a:off x="3929881" y="3965749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8" name="Text 15"/>
          <p:cNvSpPr/>
          <p:nvPr/>
        </p:nvSpPr>
        <p:spPr>
          <a:xfrm>
            <a:off x="4064943" y="4100810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Professionalism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064943" y="4389165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tracking links replace confused driver phone calls.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 Density, Low Fatigue, Total Protection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278" y="924133"/>
            <a:ext cx="3628841" cy="59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3926" y="2448446"/>
            <a:ext cx="85055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3958" y="1181331"/>
            <a:ext cx="257993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 Delivery Density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33958" y="1340354"/>
            <a:ext cx="257993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35–40 drops in a tight 8–10km radius. No driving 30km and returning empty.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278" y="1703408"/>
            <a:ext cx="3628840" cy="5950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3926" y="3078882"/>
            <a:ext cx="85055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33958" y="1936804"/>
            <a:ext cx="257993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Pre-Optimized Routes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33958" y="2144652"/>
            <a:ext cx="257993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loops with one-tap Google Maps coordinates.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546" y="2509067"/>
            <a:ext cx="3628840" cy="5950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3926" y="3709318"/>
            <a:ext cx="85055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96119" y="2741661"/>
            <a:ext cx="257993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 Fraud Risk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96119" y="2942344"/>
            <a:ext cx="257993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Geofenced OTPs protect drivers from false "never received" customer claims.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076" y="704254"/>
            <a:ext cx="4370378" cy="3949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30" y="936460"/>
            <a:ext cx="6988747" cy="214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8071" y="458040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Point-to-Point Apps vs. LOCUS Network</a:t>
            </a:r>
            <a:endParaRPr lang="en-US" sz="1350" dirty="0"/>
          </a:p>
        </p:txBody>
      </p:sp>
      <p:sp>
        <p:nvSpPr>
          <p:cNvPr id="4" name="Shape 1"/>
          <p:cNvSpPr/>
          <p:nvPr/>
        </p:nvSpPr>
        <p:spPr>
          <a:xfrm>
            <a:off x="496119" y="5336902"/>
            <a:ext cx="8151763" cy="713556"/>
          </a:xfrm>
          <a:prstGeom prst="roundRect">
            <a:avLst>
              <a:gd name="adj" fmla="val 417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96119" y="5481042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5622801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96119" y="5764560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5906319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96119" y="3218571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356644" y="3233239"/>
            <a:ext cx="33280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Point-to-Point Apps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32719" y="3203060"/>
            <a:ext cx="340950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LOCUS Network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8071" y="3509230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Booking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03592" y="3509230"/>
            <a:ext cx="33280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separate rides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66425" y="3480633"/>
            <a:ext cx="340950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Batch AI Intake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8071" y="3753768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603591" y="3725907"/>
            <a:ext cx="33280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condition tracking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66425" y="3718697"/>
            <a:ext cx="340950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Cryptographic Proof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8071" y="4012973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Travel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603593" y="3955868"/>
            <a:ext cx="33280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Erratic cross-city trips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66425" y="3948658"/>
            <a:ext cx="340950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Compact Local Clusters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8071" y="4219954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Protection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603593" y="4177853"/>
            <a:ext cx="33280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Vulnerable drivers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166425" y="4163357"/>
            <a:ext cx="340950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Geofenced OTP Deliveries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Military-Grade Tech. Same-Day Speed.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74022"/>
            <a:ext cx="4158596" cy="415859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3068" y="2000659"/>
            <a:ext cx="2750195" cy="2502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22485" y="1969219"/>
            <a:ext cx="26507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5622485" y="2111387"/>
            <a:ext cx="26507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Next.js 14, React Native (Mobile), GSAP 3D.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3067" y="2547617"/>
            <a:ext cx="2750195" cy="2502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22485" y="2525419"/>
            <a:ext cx="26507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572775" y="2676139"/>
            <a:ext cx="26507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(Python), PostgreSQL, Supabase Realtime.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3068" y="3002465"/>
            <a:ext cx="2750195" cy="2502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22485" y="3040067"/>
            <a:ext cx="26507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&amp; Routing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5622485" y="3189040"/>
            <a:ext cx="26507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Mistral AI Vision, OSRM Road Routing.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3068" y="3377766"/>
            <a:ext cx="2750195" cy="2502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22485" y="3399142"/>
            <a:ext cx="26507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Status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5622484" y="3555206"/>
            <a:ext cx="26507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functional and verified end-to-end.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482</Words>
  <Application>Microsoft Office PowerPoint</Application>
  <PresentationFormat>On-screen Show (16:9)</PresentationFormat>
  <Paragraphs>102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Roboto</vt:lpstr>
      <vt:lpstr>Raleway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Tanuku</dc:creator>
  <cp:lastModifiedBy>Sai Tanuku</cp:lastModifiedBy>
  <cp:revision>3</cp:revision>
  <dcterms:created xsi:type="dcterms:W3CDTF">2026-08-18T11:54:35Z</dcterms:created>
  <dcterms:modified xsi:type="dcterms:W3CDTF">2026-08-18T19:19:18Z</dcterms:modified>
</cp:coreProperties>
</file>